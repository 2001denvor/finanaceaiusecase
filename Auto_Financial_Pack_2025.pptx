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 2024</c:v>
                </c:pt>
                <c:pt idx="1">
                  <c:v>Q2 2024</c:v>
                </c:pt>
                <c:pt idx="2">
                  <c:v>Q1 2025</c:v>
                </c:pt>
                <c:pt idx="3">
                  <c:v>Q2 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1000000</c:v>
                </c:pt>
                <c:pt idx="1">
                  <c:v>1100000</c:v>
                </c:pt>
                <c:pt idx="2">
                  <c:v>1300000</c:v>
                </c:pt>
                <c:pt idx="3">
                  <c:v>1400000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 2024</c:v>
                </c:pt>
                <c:pt idx="1">
                  <c:v>Q2 2024</c:v>
                </c:pt>
                <c:pt idx="2">
                  <c:v>Q1 2025</c:v>
                </c:pt>
                <c:pt idx="3">
                  <c:v>Q2 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500000</c:v>
                </c:pt>
                <c:pt idx="1">
                  <c:v>565000</c:v>
                </c:pt>
                <c:pt idx="2">
                  <c:v>710000</c:v>
                </c:pt>
                <c:pt idx="3">
                  <c:v>775000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Profit After Tax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 2024</c:v>
                </c:pt>
                <c:pt idx="1">
                  <c:v>Q2 2024</c:v>
                </c:pt>
                <c:pt idx="2">
                  <c:v>Q1 2025</c:v>
                </c:pt>
                <c:pt idx="3">
                  <c:v>Q2 2025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360000</c:v>
                </c:pt>
                <c:pt idx="1">
                  <c:v>418000</c:v>
                </c:pt>
                <c:pt idx="2">
                  <c:v>540000</c:v>
                </c:pt>
                <c:pt idx="3">
                  <c:v>590000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YOY Growth %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Q1</c:v>
                </c:pt>
                <c:pt idx="3">
                  <c:v>Q2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30.0</c:v>
                </c:pt>
                <c:pt idx="3">
                  <c:v>27.27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Sheet1!$A$2:$A$17</c:f>
              <c:strCache>
                <c:ptCount val="16"/>
                <c:pt idx="0">
                  <c:v>Revenue</c:v>
                </c:pt>
                <c:pt idx="1">
                  <c:v>Tax</c:v>
                </c:pt>
                <c:pt idx="2">
                  <c:v>Opex</c:v>
                </c:pt>
                <c:pt idx="3">
                  <c:v>Depreciation</c:v>
                </c:pt>
                <c:pt idx="4">
                  <c:v>Depreciation</c:v>
                </c:pt>
                <c:pt idx="5">
                  <c:v>Tax</c:v>
                </c:pt>
                <c:pt idx="6">
                  <c:v>Revenue</c:v>
                </c:pt>
                <c:pt idx="7">
                  <c:v>Opex</c:v>
                </c:pt>
                <c:pt idx="8">
                  <c:v>Opex</c:v>
                </c:pt>
                <c:pt idx="9">
                  <c:v>Depreciation</c:v>
                </c:pt>
                <c:pt idx="10">
                  <c:v>Tax</c:v>
                </c:pt>
                <c:pt idx="11">
                  <c:v>Revenue</c:v>
                </c:pt>
                <c:pt idx="12">
                  <c:v>Depreciation</c:v>
                </c:pt>
                <c:pt idx="13">
                  <c:v>Opex</c:v>
                </c:pt>
                <c:pt idx="14">
                  <c:v>Revenue</c:v>
                </c:pt>
                <c:pt idx="15">
                  <c:v>Tax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1000000</c:v>
                </c:pt>
                <c:pt idx="1">
                  <c:v>-90000</c:v>
                </c:pt>
                <c:pt idx="2">
                  <c:v>-500000</c:v>
                </c:pt>
                <c:pt idx="3">
                  <c:v>-50000</c:v>
                </c:pt>
                <c:pt idx="4">
                  <c:v>-52000</c:v>
                </c:pt>
                <c:pt idx="5">
                  <c:v>-95000</c:v>
                </c:pt>
                <c:pt idx="6">
                  <c:v>1100000</c:v>
                </c:pt>
                <c:pt idx="7">
                  <c:v>-535000</c:v>
                </c:pt>
                <c:pt idx="8">
                  <c:v>-590000</c:v>
                </c:pt>
                <c:pt idx="9">
                  <c:v>-60000</c:v>
                </c:pt>
                <c:pt idx="10">
                  <c:v>-110000</c:v>
                </c:pt>
                <c:pt idx="11">
                  <c:v>1300000</c:v>
                </c:pt>
                <c:pt idx="12">
                  <c:v>-65000</c:v>
                </c:pt>
                <c:pt idx="13">
                  <c:v>-625000</c:v>
                </c:pt>
                <c:pt idx="14">
                  <c:v>1400000</c:v>
                </c:pt>
                <c:pt idx="15">
                  <c:v>-120000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cat>
            <c:strRef>
              <c:f>Sheet1!$A$2:$A$17</c:f>
              <c:strCache>
                <c:ptCount val="16"/>
                <c:pt idx="0">
                  <c:v>Revenue</c:v>
                </c:pt>
                <c:pt idx="1">
                  <c:v>Tax</c:v>
                </c:pt>
                <c:pt idx="2">
                  <c:v>Opex</c:v>
                </c:pt>
                <c:pt idx="3">
                  <c:v>Depreciation</c:v>
                </c:pt>
                <c:pt idx="4">
                  <c:v>Depreciation</c:v>
                </c:pt>
                <c:pt idx="5">
                  <c:v>Tax</c:v>
                </c:pt>
                <c:pt idx="6">
                  <c:v>Revenue</c:v>
                </c:pt>
                <c:pt idx="7">
                  <c:v>Opex</c:v>
                </c:pt>
                <c:pt idx="8">
                  <c:v>Opex</c:v>
                </c:pt>
                <c:pt idx="9">
                  <c:v>Depreciation</c:v>
                </c:pt>
                <c:pt idx="10">
                  <c:v>Tax</c:v>
                </c:pt>
                <c:pt idx="11">
                  <c:v>Revenue</c:v>
                </c:pt>
                <c:pt idx="12">
                  <c:v>Depreciation</c:v>
                </c:pt>
                <c:pt idx="13">
                  <c:v>Opex</c:v>
                </c:pt>
                <c:pt idx="14">
                  <c:v>Revenue</c:v>
                </c:pt>
                <c:pt idx="15">
                  <c:v>Tax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-565000.0</c:v>
                </c:pt>
                <c:pt idx="9">
                  <c:v>-58000.0</c:v>
                </c:pt>
                <c:pt idx="10">
                  <c:v>-105000.0</c:v>
                </c:pt>
                <c:pt idx="11">
                  <c:v>1250000.0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Opex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 2024</c:v>
                </c:pt>
                <c:pt idx="1">
                  <c:v>Q2 2024</c:v>
                </c:pt>
                <c:pt idx="2">
                  <c:v>Q1 2025</c:v>
                </c:pt>
                <c:pt idx="3">
                  <c:v>Q2 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500000</c:v>
                </c:pt>
                <c:pt idx="1">
                  <c:v>535000</c:v>
                </c:pt>
                <c:pt idx="2">
                  <c:v>590000</c:v>
                </c:pt>
                <c:pt idx="3">
                  <c:v>625000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Depreciation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 2024</c:v>
                </c:pt>
                <c:pt idx="1">
                  <c:v>Q2 2024</c:v>
                </c:pt>
                <c:pt idx="2">
                  <c:v>Q1 2025</c:v>
                </c:pt>
                <c:pt idx="3">
                  <c:v>Q2 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50000</c:v>
                </c:pt>
                <c:pt idx="1">
                  <c:v>52000</c:v>
                </c:pt>
                <c:pt idx="2">
                  <c:v>60000</c:v>
                </c:pt>
                <c:pt idx="3">
                  <c:v>65000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Tax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 2024</c:v>
                </c:pt>
                <c:pt idx="1">
                  <c:v>Q2 2024</c:v>
                </c:pt>
                <c:pt idx="2">
                  <c:v>Q1 2025</c:v>
                </c:pt>
                <c:pt idx="3">
                  <c:v>Q2 2025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90000</c:v>
                </c:pt>
                <c:pt idx="1">
                  <c:v>95000</c:v>
                </c:pt>
                <c:pt idx="2">
                  <c:v>110000</c:v>
                </c:pt>
                <c:pt idx="3">
                  <c:v>120000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Product B</c:v>
                </c:pt>
                <c:pt idx="1">
                  <c:v>Product A</c:v>
                </c:pt>
                <c:pt idx="2">
                  <c:v>Product A</c:v>
                </c:pt>
                <c:pt idx="3">
                  <c:v>Product B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550000</c:v>
                </c:pt>
                <c:pt idx="1">
                  <c:v>750000</c:v>
                </c:pt>
                <c:pt idx="2">
                  <c:v>800000</c:v>
                </c:pt>
                <c:pt idx="3">
                  <c:v>600000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Product B</c:v>
                </c:pt>
                <c:pt idx="1">
                  <c:v>Product A</c:v>
                </c:pt>
                <c:pt idx="2">
                  <c:v>Product A</c:v>
                </c:pt>
                <c:pt idx="3">
                  <c:v>Product B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230000</c:v>
                </c:pt>
                <c:pt idx="1">
                  <c:v>330000</c:v>
                </c:pt>
                <c:pt idx="2">
                  <c:v>350000</c:v>
                </c:pt>
                <c:pt idx="3">
                  <c:v>250000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 Margin %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Product B</c:v>
                </c:pt>
                <c:pt idx="1">
                  <c:v>Product A</c:v>
                </c:pt>
                <c:pt idx="2">
                  <c:v>Product A</c:v>
                </c:pt>
                <c:pt idx="3">
                  <c:v>Product B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41.82</c:v>
                </c:pt>
                <c:pt idx="1">
                  <c:v>44.0</c:v>
                </c:pt>
                <c:pt idx="2">
                  <c:v>43.75</c:v>
                </c:pt>
                <c:pt idx="3">
                  <c:v>41.67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Product YOY Growth %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Product A</c:v>
                </c:pt>
                <c:pt idx="1">
                  <c:v>Product B</c:v>
                </c:pt>
                <c:pt idx="2">
                  <c:v>Product A</c:v>
                </c:pt>
                <c:pt idx="3">
                  <c:v>Product B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25.0</c:v>
                </c:pt>
                <c:pt idx="1">
                  <c:v>37.5</c:v>
                </c:pt>
                <c:pt idx="2">
                  <c:v>23.080000000000002</c:v>
                </c:pt>
                <c:pt idx="3">
                  <c:v>33.33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Auto Financial Pack - FY 2025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&amp; Profit Trend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9144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Year Over Year Growth %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9144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Budget vs Actual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9144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Expense Breakdown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9144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YTD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828800"/>
            <a:ext cx="54864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YTD Revenue: 2,100,000.00</a:t>
            </a:r>
          </a:p>
          <a:p>
            <a:r>
              <a:t>YTD EBITDA: 1,065,000.00</a:t>
            </a:r>
          </a:p>
          <a:p>
            <a:r>
              <a:t>YTD Operating Profit: 963,000.00</a:t>
            </a:r>
          </a:p>
          <a:p>
            <a:r>
              <a:t>YTD Profit After Tax: 778,000.00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Product Revenue Comparison - 2025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9144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Product Profit Comparison - 2025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9144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Product Profit Margin % - 2025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9144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9144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